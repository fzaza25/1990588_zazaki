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b61e550b_2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b61e550b_2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eb61e550b_2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eb61e550b_2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b61e55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eb61e55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eb61e550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eb61e550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eb61e550b_2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eb61e550b_2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eb61e550b_2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eb61e550b_2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eb61e550b_2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eb61e550b_2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vue.js" TargetMode="External"/><Relationship Id="rId4" Type="http://schemas.openxmlformats.org/officeDocument/2006/relationships/hyperlink" Target="http://chart.j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Mars IOT Simulator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57"/>
            <a:ext cx="82221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Laboratory of advanced Programming 2025/2026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Group: Zazaki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Members: </a:t>
            </a:r>
            <a:endParaRPr sz="14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/>
              <a:t>Devops: </a:t>
            </a:r>
            <a:r>
              <a:rPr lang="it" sz="1400"/>
              <a:t>Federico Zaza</a:t>
            </a:r>
            <a:endParaRPr sz="14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/>
              <a:t>Back-end: </a:t>
            </a:r>
            <a:r>
              <a:rPr lang="it" sz="1400"/>
              <a:t>Giulio Maria Schintu</a:t>
            </a:r>
            <a:endParaRPr sz="14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/>
              <a:t>Front-end: </a:t>
            </a:r>
            <a:r>
              <a:rPr lang="it" sz="1400"/>
              <a:t>Andrea Pulsoni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 and goal</a:t>
            </a:r>
            <a:endParaRPr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598100" y="1429707"/>
            <a:ext cx="82221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 Real-time management of sensors and actuators in a simulated Martian habitat.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 Monitor data, apply automated rules, and allow manual override.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Key requirements: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 Microservices architecture, event-driven communication, Docker deployment.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Architetture Overview</a:t>
            </a:r>
            <a:endParaRPr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598100" y="1429707"/>
            <a:ext cx="82221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system is built on an event-driven microservices architecture.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IoT Simulator (port 8080) provides sensor data and receives actuator commands.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Ingestion Service collects REST and telemetry data, normalizes it, and publishes events to Kafka.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Rule Engine consumes events, evaluates automation rules, and updates actuator behavior.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Redis is used as a fast state cache.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PostgreSQL stores persistent rules and actuator data.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API Gateway (port 8000) exposes REST and WebSocket endpoints to the Frontend Dashboard (port 3000), enabling real-time monitoring and control.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8375"/>
            <a:ext cx="8839204" cy="26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ctrTitle"/>
          </p:nvPr>
        </p:nvSpPr>
        <p:spPr>
          <a:xfrm>
            <a:off x="460950" y="202975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System Data Flow &amp; Pipeline</a:t>
            </a:r>
            <a:endParaRPr/>
          </a:p>
        </p:txBody>
      </p:sp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460950" y="1041775"/>
            <a:ext cx="82221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Multi source ingestion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Simulator Data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 Collects heterogeneous data from REST Polling and SSE Telemetry Streams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Normalization: The Ingestion Service converts raw payloads into a Standard Event Schema (Unified JSON)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Event Streaming: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Kafka Broker: 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Acts as the central nervous system, ensuring decoupled and reliable message delivery between services</a:t>
            </a:r>
            <a:r>
              <a:rPr b="1" lang="it" sz="1400">
                <a:latin typeface="Arial"/>
                <a:ea typeface="Arial"/>
                <a:cs typeface="Arial"/>
                <a:sym typeface="Arial"/>
              </a:rPr>
              <a:t>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Topic: 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Published to mars.telemetry.normalized for real-time processing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Rule Logic &amp; Actuation Loop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Rule Engine: 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Consumes Kafka events and evaluates IF-THEN conditions stored in PostgreSQL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Execution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 Triggers REST commands to the Simulator Actuators to maintain habitat stability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Caching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 Uses Redis to prevent command redundancy.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Monitoring &amp; Gateway Layer: API Gateway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WebSockets: For sub-second telemetry updates (Live graphs).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REST APIs: For rule management (CRUD) and manual actuator overrides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ctrTitle"/>
          </p:nvPr>
        </p:nvSpPr>
        <p:spPr>
          <a:xfrm>
            <a:off x="598100" y="1420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460950" y="980839"/>
            <a:ext cx="8222100" cy="39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TECHNOLOGY</a:t>
            </a:r>
            <a:endParaRPr b="1" sz="12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Python + FastAPI &amp; U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vicorn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+ Kafka + Redis + PostgreSQL + Requests + sseclient + Docker + nginx + 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FEATURES</a:t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Persistent rules stored in PostgreSQL (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automation_rules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Actuator state stored in PostgreSQL (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actuators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Cache/state and pub-sub managed with Redis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Main APIs: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 /api/state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GET/POST/PATCH/DELETE /api/rules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GET/PATCH /api/actuators/…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WS /ws/telemetry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598100" y="1160515"/>
            <a:ext cx="8222100" cy="3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TECHNOLOGY</a:t>
            </a:r>
            <a:endParaRPr b="1" sz="12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400"/>
              <a:buFont typeface="Arial"/>
              <a:buChar char="●"/>
            </a:pPr>
            <a:r>
              <a:rPr lang="it" sz="14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Vue.js</a:t>
            </a:r>
            <a:r>
              <a:rPr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+ Vite + Vuetify + Pinia + </a:t>
            </a:r>
            <a:r>
              <a:rPr lang="it" sz="14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Chart.js</a:t>
            </a:r>
            <a:endParaRPr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400"/>
              <a:buFont typeface="Arial"/>
              <a:buChar char="●"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Routing</a:t>
            </a:r>
            <a:r>
              <a:rPr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: vue-router</a:t>
            </a:r>
            <a:endParaRPr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FEATURES</a:t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Dashboard with real-time sensor and stream cards (Polling and 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Line/area/bar charts 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b="1"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Actuators page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AUTO/MANUAL mode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ON/OFF switches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Rules table with create/edit/delete operations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Project summary</a:t>
            </a:r>
            <a:endParaRPr/>
          </a:p>
        </p:txBody>
      </p:sp>
      <p:sp>
        <p:nvSpPr>
          <p:cNvPr id="127" name="Google Shape;127;p20"/>
          <p:cNvSpPr txBox="1"/>
          <p:nvPr>
            <p:ph idx="1" type="subTitle"/>
          </p:nvPr>
        </p:nvSpPr>
        <p:spPr>
          <a:xfrm>
            <a:off x="598100" y="1245115"/>
            <a:ext cx="8222100" cy="3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End-to-end architecture implemented and running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Real-time sensor monitoring and telemetry visualization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Rule-based automation engine integrated with actuator control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Manual/automatic actuator management from the dashboard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Containerized deployment with Docker Compose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Deliverables completed: source code, docs, architecture, user stories, mockups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B0E14"/>
      </a:dk1>
      <a:lt1>
        <a:srgbClr val="FFFFFF"/>
      </a:lt1>
      <a:dk2>
        <a:srgbClr val="A0AAB5"/>
      </a:dk2>
      <a:lt2>
        <a:srgbClr val="999999"/>
      </a:lt2>
      <a:accent1>
        <a:srgbClr val="00E5FF"/>
      </a:accent1>
      <a:accent2>
        <a:srgbClr val="FF7D00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00E5F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